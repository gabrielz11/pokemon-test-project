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218" autoAdjust="0"/>
    <p:restoredTop sz="94610"/>
  </p:normalViewPr>
  <p:slideViewPr>
    <p:cSldViewPr snapToGrid="0" snapToObjects="1">
      <p:cViewPr>
        <p:scale>
          <a:sx n="125" d="100"/>
          <a:sy n="125" d="100"/>
        </p:scale>
        <p:origin x="133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pt-BR" sz="1800" b="0" i="0" u="none" strike="noStrike">
                <a:solidFill>
                  <a:srgbClr val="000000"/>
                </a:solidFill>
                <a:latin typeface="Arial"/>
              </a:rPr>
              <a:t>Antes vs. Depois (Paginação)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Antes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RPS</c:v>
                </c:pt>
                <c:pt idx="1">
                  <c:v>P95 (ms)</c:v>
                </c:pt>
                <c:pt idx="2">
                  <c:v>Falhas (%)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120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CC-4DEB-91D4-5AFB0CF896D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Depois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RPS</c:v>
                </c:pt>
                <c:pt idx="1">
                  <c:v>P95 (ms)</c:v>
                </c:pt>
                <c:pt idx="2">
                  <c:v>Falhas (%)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780</c:v>
                </c:pt>
                <c:pt idx="1">
                  <c:v>53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7CC-4DEB-91D4-5AFB0CF896D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RPS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1E0-4069-BA3E-5F890E5E7BAA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1E0-4069-BA3E-5F890E5E7BAA}"/>
              </c:ext>
            </c:extLst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1E0-4069-BA3E-5F890E5E7BA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Sem otimização</c:v>
                </c:pt>
                <c:pt idx="1">
                  <c:v>Paginação</c:v>
                </c:pt>
                <c:pt idx="2">
                  <c:v>Paginação + Cache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780</c:v>
                </c:pt>
                <c:pt idx="2">
                  <c:v>1400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1E0-4069-BA3E-5F890E5E7BA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00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5329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de Performance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Locust + Node.js API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gargalos · Paginação · Cache em Memória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3566160"/>
            <a:ext cx="82296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3749040"/>
            <a:ext cx="155448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7490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TypeORM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148840" y="3749040"/>
            <a:ext cx="155448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48840" y="37490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840480" y="3749040"/>
            <a:ext cx="155448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0" y="37490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Locust 2.44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532120" y="3749040"/>
            <a:ext cx="155448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32120" y="37490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223760" y="3749040"/>
            <a:ext cx="155448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23760" y="37490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Fizemos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201168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01168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06984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6002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Popular o Banco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2148840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100.000 Pokémons inseridos via Seed para criar um cenário realista de carga.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423160" y="1005840"/>
            <a:ext cx="201168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423160" y="1005840"/>
            <a:ext cx="2011680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2968" y="1069848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68880" y="16002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Teste Baseline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514600" y="2148840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Locust com 100 usuários simultâneos. API travou com 100% de falhas.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0" y="1005840"/>
            <a:ext cx="201168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0" y="1005840"/>
            <a:ext cx="201168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808" y="1069848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17720" y="16002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Paginação (take/skip)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663440" y="2148840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Limitamos a 50 itens por página. Falhas caíram a 0% com ~780 RPS.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720840" y="1005840"/>
            <a:ext cx="201168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720840" y="1005840"/>
            <a:ext cx="2011680" cy="594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0648" y="1069848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766560" y="16002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Cache em Memória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812280" y="2148840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Map&lt;&gt; salva resultado por 10s. RPS saltou para ~1.400 e resposta min. 2ms.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estava errado no código original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43000"/>
            <a:ext cx="4206240" cy="164592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430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Código Antigo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[items, total] =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</a:t>
            </a: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PokemonRepository()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.findAndCount()</a:t>
            </a:r>
            <a:r>
              <a:rPr lang="en-US" sz="12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// SEM LIMITES!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926080"/>
            <a:ext cx="420624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926080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9443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1 · Sem Paginação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2004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findAndCount() sem limites traz TODOS os 100.000 registros de uma vez. Isso esgota a memória do Node.js e engarrafa a rede.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886200"/>
            <a:ext cx="420624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886200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90448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2 · Sem Cache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41605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1.000 usuários pedem a mesma lista, a API faz 1.000 queries idênticas ao MySQL, mesmo com os dados inalterados.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1051560"/>
            <a:ext cx="20116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13258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709160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Falhas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23134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Refused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03720" y="1051560"/>
            <a:ext cx="20116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03720" y="13258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903720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03720" y="23134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não respondia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2971800"/>
            <a:ext cx="20116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09160" y="32461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4709160" y="3931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Worker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42336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Locust sobrecarregado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03720" y="2971800"/>
            <a:ext cx="20116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903720" y="32461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~MB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6903720" y="3931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03720" y="42336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gigante por req.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1 · Paginação com take/skip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68680"/>
            <a:ext cx="5029200" cy="237744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686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Código Novo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4048" y="1188720"/>
            <a:ext cx="4754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page  = parseInt(req.query.page)  || 1;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limit = parseInt(req.query.limit) || 50;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take  = limit &gt; 100 ? 100 : limit;</a:t>
            </a:r>
            <a:r>
              <a:rPr lang="en-US" sz="10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trava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skip  = (page - 1) * take;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[items, total] = await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repository.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findAndCount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 take, skip });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3474720"/>
            <a:ext cx="5029200" cy="457200"/>
          </a:xfrm>
          <a:prstGeom prst="rect">
            <a:avLst/>
          </a:prstGeom>
          <a:solidFill>
            <a:srgbClr val="EEF9F7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3474720"/>
            <a:ext cx="64008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4930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Limitação Automática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71246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parâmetros, retorna 50 itens. Nunca mais de 100 por página.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4005072"/>
            <a:ext cx="5029200" cy="457200"/>
          </a:xfrm>
          <a:prstGeom prst="rect">
            <a:avLst/>
          </a:prstGeom>
          <a:solidFill>
            <a:srgbClr val="EEF9F7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4005072"/>
            <a:ext cx="64008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0233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 de Segurança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4242816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&gt; 100 ? 100 : limit impede ataques tipo ?limit=999999.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4535424"/>
            <a:ext cx="5029200" cy="457200"/>
          </a:xfrm>
          <a:prstGeom prst="rect">
            <a:avLst/>
          </a:prstGeom>
          <a:solidFill>
            <a:srgbClr val="EEF9F7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4535424"/>
            <a:ext cx="64008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5537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Metadados para Frontend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4773168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inclui page, totalPages e total para paginação visual.</a:t>
            </a:r>
            <a:endParaRPr lang="en-US" sz="9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5394960" y="868680"/>
          <a:ext cx="347472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2 · Cache em Memória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18288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Requisição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03120" y="1371600"/>
            <a:ext cx="6400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68880" y="914400"/>
            <a:ext cx="1828800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914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válido?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371600"/>
            <a:ext cx="6400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914400"/>
            <a:ext cx="1828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914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no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1371600"/>
            <a:ext cx="6400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914400"/>
            <a:ext cx="1828800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914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(~2ms RAM)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83280" y="1856232"/>
            <a:ext cx="0" cy="795528"/>
          </a:xfrm>
          <a:prstGeom prst="line">
            <a:avLst/>
          </a:prstGeom>
          <a:noFill/>
          <a:ln w="19050">
            <a:solidFill>
              <a:srgbClr val="16A34A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383280" y="2651760"/>
            <a:ext cx="402336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429000" y="1920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→ Retorna da RAM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68980" y="6858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→ vai ao banco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834640"/>
            <a:ext cx="4937760" cy="20116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" y="283464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Implementação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3154680"/>
            <a:ext cx="46634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CACHE_DURATION_MS 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10 * 1000;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memoryCache </a:t>
            </a: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new 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&lt;string, {timestamp, data}&gt;();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(cache válido) return 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res.send(cached);</a:t>
            </a:r>
            <a:r>
              <a:rPr lang="en-US" sz="10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94960" y="2834640"/>
            <a:ext cx="1828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94960" y="290779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1.400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394960" y="33375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94960" y="352958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praticamente dobrou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406640" y="2834640"/>
            <a:ext cx="1828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406640" y="290779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2ms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406640" y="33375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Mín.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06640" y="352958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 da RAM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394960" y="3886200"/>
            <a:ext cx="1828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394960" y="395935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34ms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5394960" y="4389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94960" y="458114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era 120ms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406640" y="3886200"/>
            <a:ext cx="1828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406640" y="395935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7406640" y="4389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406640" y="458114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erros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Comparativos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usuários simultâneos · 100.000 registros no banco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3749039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55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Otimização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Paginação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Paginação + Cache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  (travado)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~1.400 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Falhas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P95 Resposta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~58ms*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Resposta Mínima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2ms (RAM)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Megabytes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~6.5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~6.5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Worker Locust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(saturado)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P95 semelhante ao da paginação — o cache beneficia principalmente requisições repetidas na mesma janela de 10s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do Throughput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Requisições por Segundo (RPS) — 100 usuários simultâneos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05840"/>
          <a:ext cx="53035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005840"/>
            <a:ext cx="27432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035040" y="1005840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72200" y="10515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RPS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172200" y="14173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travada,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 falhas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035040" y="2057400"/>
            <a:ext cx="27432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035040" y="2057400"/>
            <a:ext cx="64008" cy="8229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72200" y="21031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780 RPS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172200" y="24688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Paginação aplicada.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erros!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35040" y="3108960"/>
            <a:ext cx="27432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86EFA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035040" y="3108960"/>
            <a:ext cx="64008" cy="822960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72200" y="31546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1.400 RPS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172200" y="35204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em memória.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Mín. 2ms!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035040" y="40233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+∞ melhoria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cache vs baseline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43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960120"/>
            <a:ext cx="411480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960120"/>
            <a:ext cx="64008" cy="1691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09728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1097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identificado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02920" y="150876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método findAndCount() sem limites com 100k registros causava travamento total da API (100% de falhas) e saturação de CPU no cliente de teste.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54880" y="960120"/>
            <a:ext cx="411480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754880" y="960120"/>
            <a:ext cx="64008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10972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49240" y="1097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Paginação implementada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892040" y="150876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take/skip e trava de segurança (máx. 100 itens), a API passou a responder com 0% de falhas e throughput de ~780 RPS.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365760" y="2880360"/>
            <a:ext cx="411480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65760" y="2880360"/>
            <a:ext cx="64008" cy="1691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01752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60120" y="30175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em memória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02920" y="342900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Map&lt;&gt; com TTL de 10s eliminou queries repetidas ao banco. RPS saltou para ~1.400 com resposta mínima de 2ms.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754880" y="2880360"/>
            <a:ext cx="411480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754880" y="2880360"/>
            <a:ext cx="64008" cy="1691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49240" y="30175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no mundo real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4892040" y="342900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carga, 10x menos servidores necessários. Payload de MBs → 6.5 KB. Conceitos aplicáveis a qualquer API de listagem.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457200" y="4709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"Implementar paginação + cache transformou uma API catastrófica em uma API de produção"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740</Words>
  <Application>Microsoft Office PowerPoint</Application>
  <PresentationFormat>Apresentação na tela (16:9)</PresentationFormat>
  <Paragraphs>143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Testes de Performance com Locust</dc:title>
  <dc:subject>PptxGenJS Presentation</dc:subject>
  <dc:creator>PptxGenJS</dc:creator>
  <cp:lastModifiedBy>Gabriel Aires</cp:lastModifiedBy>
  <cp:revision>2</cp:revision>
  <dcterms:created xsi:type="dcterms:W3CDTF">2026-05-20T20:05:59Z</dcterms:created>
  <dcterms:modified xsi:type="dcterms:W3CDTF">2026-05-20T20:10:56Z</dcterms:modified>
</cp:coreProperties>
</file>